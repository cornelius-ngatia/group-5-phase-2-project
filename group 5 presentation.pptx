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0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2" autoAdjust="0"/>
    <p:restoredTop sz="94660"/>
  </p:normalViewPr>
  <p:slideViewPr>
    <p:cSldViewPr snapToGrid="0">
      <p:cViewPr>
        <p:scale>
          <a:sx n="42" d="100"/>
          <a:sy n="42" d="100"/>
        </p:scale>
        <p:origin x="628" y="1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B4347-2342-4973-9853-6F343126532F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0F12-AA9E-4ED4-9578-B14D097B6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443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B4347-2342-4973-9853-6F343126532F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0F12-AA9E-4ED4-9578-B14D097B6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829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B4347-2342-4973-9853-6F343126532F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0F12-AA9E-4ED4-9578-B14D097B6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036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B4347-2342-4973-9853-6F343126532F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0F12-AA9E-4ED4-9578-B14D097B6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590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B4347-2342-4973-9853-6F343126532F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0F12-AA9E-4ED4-9578-B14D097B6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240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B4347-2342-4973-9853-6F343126532F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0F12-AA9E-4ED4-9578-B14D097B6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09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B4347-2342-4973-9853-6F343126532F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0F12-AA9E-4ED4-9578-B14D097B6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621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B4347-2342-4973-9853-6F343126532F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0F12-AA9E-4ED4-9578-B14D097B6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906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B4347-2342-4973-9853-6F343126532F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0F12-AA9E-4ED4-9578-B14D097B6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493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B4347-2342-4973-9853-6F343126532F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0F12-AA9E-4ED4-9578-B14D097B6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849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B4347-2342-4973-9853-6F343126532F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0F12-AA9E-4ED4-9578-B14D097B6912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68836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B4347-2342-4973-9853-6F343126532F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0F12-AA9E-4ED4-9578-B14D097B6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2028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B4347-2342-4973-9853-6F343126532F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0F12-AA9E-4ED4-9578-B14D097B691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566699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B4347-2342-4973-9853-6F343126532F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0F12-AA9E-4ED4-9578-B14D097B6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4395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B4347-2342-4973-9853-6F343126532F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0F12-AA9E-4ED4-9578-B14D097B6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1721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B4347-2342-4973-9853-6F343126532F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0F12-AA9E-4ED4-9578-B14D097B6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332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B4347-2342-4973-9853-6F343126532F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3220F12-AA9E-4ED4-9578-B14D097B6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344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-1232547" y="-151106"/>
            <a:ext cx="12103040" cy="6306772"/>
            <a:chOff x="-1232547" y="-151106"/>
            <a:chExt cx="12103040" cy="6306772"/>
          </a:xfrm>
        </p:grpSpPr>
        <p:sp>
          <p:nvSpPr>
            <p:cNvPr id="8" name="Rectangle 7"/>
            <p:cNvSpPr/>
            <p:nvPr/>
          </p:nvSpPr>
          <p:spPr>
            <a:xfrm rot="19450169">
              <a:off x="-1232547" y="-151106"/>
              <a:ext cx="12103040" cy="630677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13360" y="3002280"/>
              <a:ext cx="586740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/>
                <a:t>CHARTING A COURSE FOR MWANGAZA FILM STUDIO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12468" y="4373880"/>
              <a:ext cx="521965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 smtClean="0"/>
                <a:t>Analysis &amp; Recommendations for Maximizing Financial Success</a:t>
              </a:r>
              <a:endParaRPr lang="en-US" sz="20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17498" y="5081766"/>
              <a:ext cx="52196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smtClean="0"/>
                <a:t>Group 5 | Edwin </a:t>
              </a:r>
              <a:r>
                <a:rPr lang="en-US" dirty="0" err="1" smtClean="0"/>
                <a:t>Kiprop</a:t>
              </a:r>
              <a:endParaRPr lang="en-US" dirty="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008792" y="-2077986"/>
            <a:ext cx="13333843" cy="8291133"/>
            <a:chOff x="4078585" y="-1742706"/>
            <a:chExt cx="13115150" cy="8291133"/>
          </a:xfrm>
          <a:blipFill dpi="0" rotWithShape="1">
            <a:blip r:embed="rId2"/>
            <a:srcRect/>
            <a:tile tx="0" ty="0" sx="100000" sy="100000" flip="none" algn="tl"/>
          </a:blipFill>
        </p:grpSpPr>
        <p:sp>
          <p:nvSpPr>
            <p:cNvPr id="4" name="Rectangle 3"/>
            <p:cNvSpPr/>
            <p:nvPr/>
          </p:nvSpPr>
          <p:spPr>
            <a:xfrm rot="19388220">
              <a:off x="5769406" y="1123001"/>
              <a:ext cx="9109996" cy="318122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 rot="19388220">
              <a:off x="4078585" y="-1742706"/>
              <a:ext cx="8697337" cy="318122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 rot="19388220">
              <a:off x="8496398" y="3367203"/>
              <a:ext cx="8697337" cy="318122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2329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 of the Strategy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lvl="1"/>
            <a:r>
              <a:rPr lang="en-US" dirty="0" smtClean="0"/>
              <a:t>Objective: To optimize movie production decisions based on genre, runtime, and budget analysis.</a:t>
            </a:r>
          </a:p>
          <a:p>
            <a:pPr lvl="1"/>
            <a:r>
              <a:rPr lang="en-US" dirty="0" smtClean="0"/>
              <a:t>Goal: Maximize profitability by aligning film development strategies with data insights.</a:t>
            </a:r>
          </a:p>
          <a:p>
            <a:pPr lvl="1"/>
            <a:r>
              <a:rPr lang="en-US" dirty="0" smtClean="0"/>
              <a:t>Briefly outline the upcoming slides: data analysis, key insights, and recommendations.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767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Understanding the Business Challenge and </a:t>
            </a:r>
            <a:r>
              <a:rPr lang="en-US" dirty="0"/>
              <a:t>Key Data Insights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Problem: How to make informed, data-driven decisions about movie genres, runtime, and budgets for higher financial success.</a:t>
            </a:r>
          </a:p>
          <a:p>
            <a:pPr marL="342900" lvl="1" indent="-342900"/>
            <a:r>
              <a:rPr lang="en-US" dirty="0" smtClean="0"/>
              <a:t>Key Objective: Use data insights to guide movie development strategies that maximize audience appeal and financial performance</a:t>
            </a:r>
          </a:p>
          <a:p>
            <a:pPr marL="342900" lvl="1" indent="-342900"/>
            <a:r>
              <a:rPr lang="en-US" dirty="0" smtClean="0"/>
              <a:t>Overview </a:t>
            </a:r>
            <a:r>
              <a:rPr lang="en-US" dirty="0"/>
              <a:t>of the data sources and methods used to derive insights (without going too technical</a:t>
            </a:r>
            <a:r>
              <a:rPr lang="en-US" dirty="0" smtClean="0"/>
              <a:t>).</a:t>
            </a:r>
          </a:p>
          <a:p>
            <a:pPr marL="342900" lvl="1" indent="-342900"/>
            <a:r>
              <a:rPr lang="en-US" dirty="0" smtClean="0"/>
              <a:t> </a:t>
            </a:r>
            <a:r>
              <a:rPr lang="en-US" dirty="0"/>
              <a:t>Mention the genres, runtimes, and financial success metrics analyzed to form the strategy.</a:t>
            </a:r>
          </a:p>
          <a:p>
            <a:pPr marL="342900" lvl="1" indent="-342900"/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046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958" y="2118360"/>
            <a:ext cx="7230484" cy="3984591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43840" y="128529"/>
            <a:ext cx="7343677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/>
              <a:t>Genre vs. Revenue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Animation-Sci-Fi hybrids outperform other genres in terms of revenue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60% of the development budget on these genres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0932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" y="744914"/>
            <a:ext cx="6973273" cy="42582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324505"/>
            <a:ext cx="2743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Runtime vs. Revenue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 rot="10800000" flipV="1">
            <a:off x="1126944" y="5425438"/>
            <a:ext cx="759033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Films with runtimes of 105-110 minutes tend to perform better.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Aim for a runtime of 105-110 minutes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optimal audience reception and financial success.</a:t>
            </a:r>
          </a:p>
        </p:txBody>
      </p:sp>
    </p:spTree>
    <p:extLst>
      <p:ext uri="{BB962C8B-B14F-4D97-AF65-F5344CB8AC3E}">
        <p14:creationId xmlns:p14="http://schemas.microsoft.com/office/powerpoint/2010/main" val="3586457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2400" y="121920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mtClean="0"/>
              <a:t>Budget vs. Profitability</a:t>
            </a:r>
            <a:r>
              <a:rPr lang="en-US" smtClean="0"/>
              <a:t>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108" y="491252"/>
            <a:ext cx="6897063" cy="39534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1040" y="4629345"/>
            <a:ext cx="868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High-budget films in blockbuster genres generally show high returns.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602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39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Data-Driven Recommendations for Movie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2746691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pPr lvl="1"/>
            <a:r>
              <a:rPr lang="en-US" b="1" dirty="0"/>
              <a:t>Genre Strategy Recommendation:</a:t>
            </a:r>
            <a:endParaRPr lang="en-US" dirty="0"/>
          </a:p>
          <a:p>
            <a:pPr lvl="2"/>
            <a:r>
              <a:rPr lang="en-US" dirty="0"/>
              <a:t>Focus production on </a:t>
            </a:r>
            <a:r>
              <a:rPr lang="en-US" b="1" dirty="0"/>
              <a:t>Animation-Sci-Fi hybrids</a:t>
            </a:r>
            <a:r>
              <a:rPr lang="en-US" dirty="0"/>
              <a:t>, allocating 60% of the development budget to these genres. Use Adventure elements to broaden appeal.</a:t>
            </a:r>
          </a:p>
          <a:p>
            <a:pPr lvl="1"/>
            <a:r>
              <a:rPr lang="en-US" b="1" dirty="0"/>
              <a:t>Runtime Optimization:</a:t>
            </a:r>
            <a:endParaRPr lang="en-US" dirty="0"/>
          </a:p>
          <a:p>
            <a:pPr lvl="2"/>
            <a:r>
              <a:rPr lang="en-US" dirty="0"/>
              <a:t>Target a runtime of </a:t>
            </a:r>
            <a:r>
              <a:rPr lang="en-US" b="1" dirty="0"/>
              <a:t>105-110 minutes</a:t>
            </a:r>
            <a:r>
              <a:rPr lang="en-US" dirty="0"/>
              <a:t> for optimal audience engagement and revenue.</a:t>
            </a:r>
          </a:p>
          <a:p>
            <a:pPr lvl="1"/>
            <a:r>
              <a:rPr lang="en-US" b="1" dirty="0"/>
              <a:t>Budget Strategy:</a:t>
            </a:r>
            <a:endParaRPr lang="en-US" dirty="0"/>
          </a:p>
          <a:p>
            <a:pPr lvl="2"/>
            <a:r>
              <a:rPr lang="en-US" dirty="0"/>
              <a:t>Prioritize investment in </a:t>
            </a:r>
            <a:r>
              <a:rPr lang="en-US" b="1" dirty="0"/>
              <a:t>high-budget films</a:t>
            </a:r>
            <a:r>
              <a:rPr lang="en-US" dirty="0"/>
              <a:t> within proven blockbuster genres like Action, Adventure, and Sci-Fi.</a:t>
            </a:r>
          </a:p>
        </p:txBody>
      </p:sp>
    </p:spTree>
    <p:extLst>
      <p:ext uri="{BB962C8B-B14F-4D97-AF65-F5344CB8AC3E}">
        <p14:creationId xmlns:p14="http://schemas.microsoft.com/office/powerpoint/2010/main" val="533396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 for Implementation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677334" y="1930400"/>
            <a:ext cx="697314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 the insights with key stakeholders and adjust the film production portfolio accordingly.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Conduct market research and audience testing for the targeted genres and runtime.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Finalize budgets and start pre-production on films within the recommended genres.</a:t>
            </a:r>
          </a:p>
        </p:txBody>
      </p:sp>
    </p:spTree>
    <p:extLst>
      <p:ext uri="{BB962C8B-B14F-4D97-AF65-F5344CB8AC3E}">
        <p14:creationId xmlns:p14="http://schemas.microsoft.com/office/powerpoint/2010/main" val="2764100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Feel free to ask any questions</a:t>
            </a:r>
            <a:r>
              <a:rPr lang="en-US" dirty="0" smtClean="0"/>
              <a:t>.</a:t>
            </a:r>
          </a:p>
          <a:p>
            <a:r>
              <a:rPr lang="en-US" dirty="0"/>
              <a:t>🔹 </a:t>
            </a:r>
            <a:r>
              <a:rPr lang="en-US" b="1" dirty="0"/>
              <a:t>Name:</a:t>
            </a:r>
            <a:r>
              <a:rPr lang="en-US" dirty="0"/>
              <a:t> Edwin </a:t>
            </a:r>
            <a:r>
              <a:rPr lang="en-US" dirty="0" err="1"/>
              <a:t>Kiprop</a:t>
            </a:r>
            <a:r>
              <a:rPr lang="en-US" dirty="0"/>
              <a:t> </a:t>
            </a:r>
            <a:r>
              <a:rPr lang="en-US" dirty="0" err="1"/>
              <a:t>Chelimo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🔹 </a:t>
            </a:r>
            <a:r>
              <a:rPr lang="en-US" b="1" dirty="0"/>
              <a:t>LinkedIn Profile:</a:t>
            </a:r>
            <a:r>
              <a:rPr lang="en-US" dirty="0"/>
              <a:t> [https://www.linkedin.com/edwin-chelimo-96156334a/]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275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80</TotalTime>
  <Words>350</Words>
  <Application>Microsoft Office PowerPoint</Application>
  <PresentationFormat>Widescreen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PowerPoint Presentation</vt:lpstr>
      <vt:lpstr>Overview of the Strategy</vt:lpstr>
      <vt:lpstr>Understanding the Business Challenge and Key Data Insights </vt:lpstr>
      <vt:lpstr>PowerPoint Presentation</vt:lpstr>
      <vt:lpstr>PowerPoint Presentation</vt:lpstr>
      <vt:lpstr>PowerPoint Presentation</vt:lpstr>
      <vt:lpstr>PowerPoint Presentation</vt:lpstr>
      <vt:lpstr>Data-Driven Recommendations for Movie Production</vt:lpstr>
      <vt:lpstr>Next Steps for Implementation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9</cp:revision>
  <dcterms:created xsi:type="dcterms:W3CDTF">2025-05-01T21:18:18Z</dcterms:created>
  <dcterms:modified xsi:type="dcterms:W3CDTF">2025-05-01T22:39:10Z</dcterms:modified>
</cp:coreProperties>
</file>